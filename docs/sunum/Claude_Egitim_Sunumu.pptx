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EĞİTİM SUNUMU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Claude'u Süper Güce Dönüştürmek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Claude ne yapar · Handikapları neydi · Skill / agent / hook / kural katmanı ona hangi süper güçleri kattı.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claude-context-template · Eğitim · © Fikri Eren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 ne anlatacağız?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2C7B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5681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Claude nedir?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yapar, hangi ortamlar (Chat/Desktop/Cowork/Terminal), neyi iyi yapar.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196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195681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Ham Claude'un handikapları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Kutudan çıktığı haliyle 6 büyük zaaf. Neden tek başına yetmez.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19872" y="195681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Bizim katman = süper güçler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Hafıza, hook, skill, agent, kural — her zaafı kapatan yapı.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09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05993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Handikap → Çözüm haritası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zaafı hangi yapı ile güçlendirdik.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3931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7D4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405993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Önce / Sonra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Somut: günaydın deyince ne oluyor, neden.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3931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2C7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405993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Sonuç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 Claude'da değil, kurduğun yapıda. Nasıl büyür.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TEMEL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nedir?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Anthropic'in büyük dil modeli (LLM). Bizim için önemlisi: kod ve dosyalarla çalışan bir asistana dönüşmesi.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2F6FC"/>
          </a:solidFill>
          <a:ln w="19050">
            <a:solidFill>
              <a:srgbClr val="9AA7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414016"/>
            <a:ext cx="506577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Claude (sohbet)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Soru-cevap, yazım, analiz, özet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Kod örneği üretir (kopyalarsın)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Dosyana/projene doğrudan dokunamaz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2F6FC"/>
          </a:solidFill>
          <a:ln w="19050">
            <a:solidFill>
              <a:srgbClr val="2C7B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2414016"/>
            <a:ext cx="506577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(asistan)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Gerçek dosyaları okur, yazar, çalıştırır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ile commit eder, test koşar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Çok adımlı görevi kendi yürütür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önemli adımda onay ister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“Chatbot değil — proje klasöründe oturan, yönlendirme bekleyen kıdemli bir yazılımcı.”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TEMEL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Claude'u nerede kullanırız?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1109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 (claude.ai)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Düşünme, taslak, doküman. Projeler + Skills. git/hook/terminal yok.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7830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7D4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191109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Cowork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 görevleri. Skill + MCP + plugin. İzole worktree.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17830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2C7B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11312" y="191109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Desktop / Terminal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güç: dosya + git + hook + agent. Bu sunumun odağı.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iyi yapar?
</a:t>
            </a:r>
            <a:pPr indent="0" marL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Tekrarlayan/mekanik işi hızlı bitirir · geniş kod tabanını tarar · çok dosyalı düşünür · açıklar, öğretir · yorulmaz, tutarlı hızda çalışır.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6FC"/>
          </a:solidFill>
          <a:ln w="19050">
            <a:solidFill>
              <a:srgbClr val="E099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5248656"/>
            <a:ext cx="10735056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Ama...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kutudan çıktığı HAM haliyle ciddi handikapları var. Sıradaki bölüm.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 Claude'un 6 handikabı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110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Hafızasızlık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oturum SIFIRDAN başlar. Dünü, kararları, talimatları hatırlamaz.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196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19110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Tutarsızlık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işi her sefer farklı yapar. Standart kaymaz garantisi yok.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19872" y="19110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Disiplinsizlik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Commit'i, test'i, planı kendiliğinden uygulamaz. Unutur.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9684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Domain körlüğü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 işini/mevzuatını bilmez; genel bilgiyle uydurabilir.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38404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39684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Riskli işlem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Yanlışlıkla dosya siler, sır sızdırır, geri-alınamaz komut çalıştırır.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38404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39684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Sahte 'bitti'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Çalıştırmadan 'tamam' der. Doğrulamaz, sessiz hata bırakır.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DERIN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büyük handikap: hafızasızlık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her sabah hafızası silinmiş çok yetenekli bir stajyer gibidir. Dün ne yaptığınızı bilmez.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oturum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boş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88920" y="22860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2860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2F6FC"/>
          </a:solidFill>
          <a:ln w="19050">
            <a:solidFill>
              <a:srgbClr val="E099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286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yine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anlatırsın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22860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86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gün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unutursun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66760" y="22860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06840" y="22860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286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ihlali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bug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Bedeli: </a:t>
            </a:r>
            <a:pPr indent="0" marL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oturum tekrar = zaman+token israfı · tutarsızlık · bilgi konuşmada yaşar → /clear ile buharlaşır.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“Çözüm: hafızayı Claude'a değil, dosyalara emanet etmek.”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ÇÖZÜM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Bizim katman: süper güçler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110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Hafıza katmanı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rules + journal + TODO. Bilgi dosyada yaşar, oturumlar arası taşınır.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196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2C7B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19110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Hook'lar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tetiklenen script'ler. İnsan/LLM unutsa bile çalışır.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7D4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19872" y="19110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Skills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iş reçeteleri. 'Şunu hep şöyle yap.'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E09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9684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Agent'lar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İzole uzman yardımcılar + model katmanı (haiku/sonnet/opus).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38404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39684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Kurallar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davranış: commit, plan, test, güvenlik disiplini.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38404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rgbClr val="2C7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3968496"/>
            <a:ext cx="31455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Bootstrap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yapıyı tek komutla her projeye kurar/günceller.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 GÜÇ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Hafıza katmanı — 3 kademe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tutar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tanımı, stack, klasörler (değişmez)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.claude/rules/*.md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Kalıcı davranış talimatları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TODO.md · journal/ · ADR/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öncelik, günlük, kararlar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4334256"/>
            <a:ext cx="1073505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Kattığı süper güç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her oturum başı bu dosyaları okur → 'hatırlar'. Dün ne yaptığını, hangi kuralın geçerli olduğunu bilir. ► Handikap 1 (hafızasızlık) kapandı.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 GÜÇ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Hook'lar — unutulamayan refleksler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 tetikli script. Karara/hafızaya değil, mekanik çalışmaya dayanır → atlanamaz.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2C7B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2257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session-start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açılınca: son commit'ler, TODO, uncommitted, son günlük → otomatik özet.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232257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pre-commit-antipattern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öncesi tarar: hardcoded şifre, riskli desen → commit'i bloklar.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232257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post-commit-journal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başarılı commit → günlüğe otomatik kayıt.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2F6FC"/>
          </a:solidFill>
          <a:ln w="19050">
            <a:solidFill>
              <a:srgbClr val="E099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700016"/>
            <a:ext cx="1073505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Kattığı süper güç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'Claude dikkat etsin' demek yetmez — bazen atlar. Hook atlamaz. ► Handikap 3 (disiplinsizlik) + 5 (riskli işlem) kapandı.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 GÜÇ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Skills — iş reçeteleri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adımlı, domain-bilgili işin tek dosyada standardı. Tetik söz ile çalışır.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7D4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2257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session-handoff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'iyi geceler' → bugünü günlüğe yazar, TODO senkronlar, commit'ler.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7D4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232257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plan-tracker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planı TODO.md ile canlı senkron tutar.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6FC"/>
          </a:solidFill>
          <a:ln w="19050">
            <a:solidFill>
              <a:srgbClr val="7D4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2322576"/>
            <a:ext cx="323697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llm-council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'hangi seçenek?' → 5 danışman + sentez ile karar analizi.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700016"/>
            <a:ext cx="1073505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Kattığı süper güç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bilgisi + adım sırası kalıcı. Herkes aynı reçeteyle çalışır. ► Handikap 2 (tutarsızlık) + 4 (domain körlüğü) kapandı.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 GÜÇ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Agent'lar — izole uzmanlar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2F6FC"/>
          </a:solidFill>
          <a:ln w="19050">
            <a:solidFill>
              <a:srgbClr val="E099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11096"/>
            <a:ext cx="506577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agent'lar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commit-splitter — 15+ dosyayı bucket'lara böler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security-reviewer — güvenlik denetimi (opus)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silent-failure-hunter — sessiz hata avı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build-validator / test-runner — hızlı kontrol (haiku)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78308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2F6FC"/>
          </a:solidFill>
          <a:ln w="19050">
            <a:solidFill>
              <a:srgbClr val="2C7B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2512" y="1911096"/>
            <a:ext cx="506577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katmanı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→ mekanik, ucuz, hızlı tarama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→ dengeli analiz + üretim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→ yüksek-risk derin muhakeme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Salt-okuma: denetçi agent yazamaz — 'raporla, çözme'.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837176"/>
            <a:ext cx="1073505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Kattığı süper güç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+ uzmanlaşmış iş, kontrollü maliyet, bağımsız denetim. ► Handikap 6 (sahte bitti) için bağımsız doğrulayıcı.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 GÜÇ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Kurallar — kalıcı içgüdü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oturum yüklenen davranış anayasası (14 evrensel kural). Tetik gerekmez, hep aktif.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22576"/>
            <a:ext cx="506577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commit-discipline — 1 commit=1 konu, 15 dosya eşiği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plan-first — büyük işte önce plan + onay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test-discipline — 'bitti' demeden test koş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todo-verification — iddiayı canlı kodla doğrula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6FC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2322576"/>
            <a:ext cx="506577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kalite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error-handling — sessiz yutma yasak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security-principles — sır/SQL/XSS koruması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before-major-change — silmeden grep + onay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agent-usage — doğru iş→agent→model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9050">
            <a:solidFill>
              <a:srgbClr val="E09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791456"/>
            <a:ext cx="1073505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Kattığı süper güç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zaaf için kalıcı koruma. ► Handikap 3 (disiplin) + 5 (güvenlik) + 6 (doğrulama) kapandı.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HARITA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Handikap → nasıl güçlendirdik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 Claude zaafı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Bizim çözüm (yapı)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Hafızasızlık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katman hafıza + session-start hook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oturum dünü hatırlar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Tutarsızlık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Kurallar + Skills (reçete)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sefer aynı doğru sonuç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Disiplinsizlik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commit/plan/test kuralları + hook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Disiplin mekanik, atlanamaz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Domain körlüğü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Proje-özel skill + kural + ADR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Senin işini bilir, uydurmaz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Riskli işlem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hook + before-major-change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 sızmaz, riskli işlem onaylı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Sahte 'bitti'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skill + test-discipline + denetçi 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Çalıştırmadan 'tamam' yok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SOMUT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Önce / Sonra — günaydın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DECEA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(ham Claude)
</a:t>
            </a:r>
            <a:pPr indent="0" marL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Sen: 'günaydın'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'Merhaba! Nasıl yardımcı olabilirim?'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Dünü bilmez. Sen baştan anlatırsın. 10 dk kayıp.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E9F7EF"/>
          </a:solidFill>
          <a:ln w="19050">
            <a:solidFill>
              <a:srgbClr val="2BB6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0116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 (yapı kurulu)
</a:t>
            </a:r>
            <a:pPr indent="0" marL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Sen: 'günaydın'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'Dün giriş formu bitti. Bugün şifre sıfırlama (Faz 0). 3 uncommitted dosya var. Başlayalım mı?'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session-start hook + handoff skill okudu.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2F6FC"/>
          </a:solidFill>
          <a:ln w="19050">
            <a:solidFill>
              <a:srgbClr val="E099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5065776"/>
            <a:ext cx="107350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kelime, arkada senin kurduğun yapı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durumu + TODO Faz 0 + son günlük + özet. 'günaydın' sihirli değil — o iki dosya sayesinde çalışıyor.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SOMUT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Hangi söz → hangi yapı → ne yapar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 dersin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 yapı sayesinde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günaydın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session-start hook + handoff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git/TODO/journal okur, özetler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iyi geceler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session-handoff skill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günlüğe yazar, TODO işaretler, commit'ler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dosyaları böl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commit-splitter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dosyayı bucket'lara ayırır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 seçenek?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llm-council skill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danışman + sentez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(commit'te şifre)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hook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sızıntıyı yakalar, bloklar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kolaylık = bir tetik söz + senin kurduğun bir yapı. Yapıyı sil → kolaylık kaybolur.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FE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· SONUÇ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 Claude'da değil 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kurduğun yapıda.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Claude güçlü ama disiplinsiz. Hafıza + hook + skill + agent + kural katmanı, her handikabı süper güce çevirdi. Daha fazla kolaylık istiyorsan: daha fazla yapı yaz.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 (Acemi/Junior) → Üret (Senior) → Standartlaştır (Leader) → Otomatikleştir (Plus)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claude-context-template · Eğitim Sunumu · © Fikri Eren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2026-06-03T20:47:54Z</dcterms:created>
  <dcterms:modified xsi:type="dcterms:W3CDTF">2026-06-03T20:47:54Z</dcterms:modified>
</cp:coreProperties>
</file>