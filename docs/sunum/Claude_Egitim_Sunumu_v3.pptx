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2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hafiza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63946"/>
              </a:solidFill>
              <a:ln w="9525" cap="flat">
                <a:solidFill>
                  <a:srgbClr val="06283D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kayıp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100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dk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B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6394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BB673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Önce</c:v>
                  </c:pt>
                  <c:pt idx="1">
                    <c:v>Sonra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B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1.png"/><Relationship Id="rId3" Type="http://schemas.openxmlformats.org/officeDocument/2006/relationships/image" Target="../media/image-8-1.png"/><Relationship Id="rId4" Type="http://schemas.openxmlformats.org/officeDocument/2006/relationships/image" Target="../media/image-8-1.png"/><Relationship Id="rId5" Type="http://schemas.openxmlformats.org/officeDocument/2006/relationships/image" Target="../media/image-8-1.png"/><Relationship Id="rId6" Type="http://schemas.openxmlformats.org/officeDocument/2006/relationships/image" Target="../media/image-8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EĞİTİM · CLAUDE-CONTEXT-TEMPLATE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Claude'u Süper Güce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Dönüştürmek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402336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model ne yapar · handikapları neydi · skill / agent / hook / kural katmanı ona hangi süper güçleri kattı.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2064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6283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51206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bölüm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51760" y="512064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6283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51206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 dk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5120640"/>
            <a:ext cx="1600200" cy="411480"/>
          </a:xfrm>
          <a:prstGeom prst="roundRect">
            <a:avLst>
              <a:gd name="adj" fmla="val 48889"/>
            </a:avLst>
          </a:prstGeom>
          <a:solidFill>
            <a:srgbClr val="06283D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0" y="512064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Acemi → Plus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GÜNDEM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Yolculuk altı durakta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D:\Dev\claude-context-template\docs\sunum\_icons\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799" y="2139239"/>
            <a:ext cx="311810" cy="3118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nedir?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yapar, hangi ortamlar, neyi iyi yapar.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566928" cy="566928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1" name="Image 1" descr="D:\Dev\claude-context-template\docs\sunum\_icons\alert-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9559" y="2139239"/>
            <a:ext cx="311810" cy="3118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Handikaplar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haliyle 6 büyük zaaf.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566928" cy="566928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16" name="Image 2" descr="D:\Dev\claude-context-template\docs\sunum\_icons\z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4319" y="2139239"/>
            <a:ext cx="311810" cy="3118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 güçler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36676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Hafıza, hook, skill, agent, kural.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160520"/>
            <a:ext cx="566928" cy="566928"/>
          </a:xfrm>
          <a:prstGeom prst="ellipse">
            <a:avLst/>
          </a:prstGeom>
          <a:solidFill>
            <a:srgbClr val="F4A259"/>
          </a:solidFill>
          <a:ln/>
        </p:spPr>
      </p:sp>
      <p:pic>
        <p:nvPicPr>
          <p:cNvPr id="21" name="Image 3" descr="D:\Dev\claude-context-template\docs\sunum\_icons\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799" y="4288079"/>
            <a:ext cx="311810" cy="3118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haritası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77240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zaafı hangi yapı kapattı.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60520"/>
            <a:ext cx="566928" cy="566928"/>
          </a:xfrm>
          <a:prstGeom prst="ellipse">
            <a:avLst/>
          </a:prstGeom>
          <a:solidFill>
            <a:srgbClr val="2EC4B6"/>
          </a:solidFill>
          <a:ln/>
        </p:spPr>
      </p:sp>
      <p:pic>
        <p:nvPicPr>
          <p:cNvPr id="26" name="Image 4" descr="D:\Dev\claude-context-template\docs\sunum\_icons\workflow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9559" y="4288079"/>
            <a:ext cx="311810" cy="3118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/ Sonra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72000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Somut: günaydın deyince ne oluyor.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931920"/>
            <a:ext cx="356616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160520"/>
            <a:ext cx="566928" cy="566928"/>
          </a:xfrm>
          <a:prstGeom prst="ellipse">
            <a:avLst/>
          </a:prstGeom>
          <a:solidFill>
            <a:srgbClr val="06283D"/>
          </a:solidFill>
          <a:ln/>
        </p:spPr>
      </p:sp>
      <p:pic>
        <p:nvPicPr>
          <p:cNvPr id="31" name="Image 5" descr="D:\Dev\claude-context-template\docs\sunum\_icons\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4319" y="4288079"/>
            <a:ext cx="311810" cy="3118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4800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66760" y="516636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Akıl Claude'da değil, kurduğun yapıda.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-2743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E3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nedir,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 yapar?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Temeli netleştirelim — sonra zaaflara geçeceğiz.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TEMEL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İki yüzü var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3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Anthropic'in LLM'i. Kritik olan: kod ve dosyalarla çalışan asistana dönüşmesi.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03120"/>
            <a:ext cx="5394960" cy="64008"/>
          </a:xfrm>
          <a:prstGeom prst="roundRect">
            <a:avLst>
              <a:gd name="adj" fmla="val 42857"/>
            </a:avLst>
          </a:prstGeom>
          <a:solidFill>
            <a:srgbClr val="7C8BA0"/>
          </a:solidFill>
          <a:ln w="12700">
            <a:solidFill>
              <a:srgbClr val="7C8B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331720"/>
            <a:ext cx="548640" cy="548640"/>
          </a:xfrm>
          <a:prstGeom prst="ellipse">
            <a:avLst/>
          </a:prstGeom>
          <a:solidFill>
            <a:srgbClr val="7C8BA0"/>
          </a:solidFill>
          <a:ln/>
        </p:spPr>
      </p:sp>
      <p:pic>
        <p:nvPicPr>
          <p:cNvPr id="8" name="Image 0" descr="D:\Dev\claude-context-template\docs\sunum\_icons\message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45516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77240" y="3337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Soru-cevap, yazım, analiz. Kod örneği üretir — ama projene doğrudan dokunamaz.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17920" y="2103120"/>
            <a:ext cx="5394960" cy="2103120"/>
          </a:xfrm>
          <a:prstGeom prst="roundRect">
            <a:avLst>
              <a:gd name="adj" fmla="val 3913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17920" y="2103120"/>
            <a:ext cx="5394960" cy="64008"/>
          </a:xfrm>
          <a:prstGeom prst="roundRect">
            <a:avLst>
              <a:gd name="adj" fmla="val 42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46520" y="233172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D:\Dev\claude-context-template\docs\sunum\_icons\monito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964" y="2455164"/>
            <a:ext cx="301752" cy="3017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44652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6446520" y="333756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Dosyaları okur/yazar/çalıştırır · git commit · test koşar · her adımda onay ister.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777240" y="2971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Genel Claude (sohbet)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48640" y="4389120"/>
            <a:ext cx="11064240" cy="1097280"/>
          </a:xfrm>
          <a:prstGeom prst="roundRect">
            <a:avLst>
              <a:gd name="adj" fmla="val 7500"/>
            </a:avLst>
          </a:prstGeom>
          <a:solidFill>
            <a:srgbClr val="06283D"/>
          </a:solidFill>
          <a:ln/>
        </p:spPr>
      </p:sp>
      <p:sp>
        <p:nvSpPr>
          <p:cNvPr id="19" name="Text 15"/>
          <p:cNvSpPr/>
          <p:nvPr/>
        </p:nvSpPr>
        <p:spPr>
          <a:xfrm>
            <a:off x="822960" y="43891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FE6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“Chatbot değil — proje klasöründe oturan, yönlendirme bekleyen kıdemli bir yazılımcı.”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 · TEMEL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Nerede kullanılır?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011680"/>
            <a:ext cx="548640" cy="54864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7" name="Image 0" descr="D:\Dev\claude-context-template\docs\sunum\_icons\message-circ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21351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(claude.ai)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Düşünme, taslak, doküman. git/hook yok.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4340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43400" y="178308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7D4CE0"/>
          </a:solidFill>
          <a:ln w="12700">
            <a:solidFill>
              <a:srgbClr val="7D4C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011680"/>
            <a:ext cx="548640" cy="548640"/>
          </a:xfrm>
          <a:prstGeom prst="ellipse">
            <a:avLst/>
          </a:prstGeom>
          <a:solidFill>
            <a:srgbClr val="7D4CE0"/>
          </a:solidFill>
          <a:ln/>
        </p:spPr>
      </p:sp>
      <p:pic>
        <p:nvPicPr>
          <p:cNvPr id="13" name="Image 1" descr="D:\Dev\claude-context-template\docs\sunum\_icons\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5444" y="21351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57200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Ajan görevleri. Skill + MCP + plugin.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3816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38160" y="1783080"/>
            <a:ext cx="3566160" cy="64008"/>
          </a:xfrm>
          <a:prstGeom prst="roundRect">
            <a:avLst>
              <a:gd name="adj" fmla="val 42857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366760" y="2011680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9" name="Image 2" descr="D:\Dev\claude-context-template\docs\sunum\_icons\monito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0204" y="21351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366760" y="26517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/ Terminal</a:t>
            </a:r>
            <a:endParaRPr lang="en-US" sz="1350" dirty="0"/>
          </a:p>
        </p:txBody>
      </p:sp>
      <p:sp>
        <p:nvSpPr>
          <p:cNvPr id="21" name="Text 16"/>
          <p:cNvSpPr/>
          <p:nvPr/>
        </p:nvSpPr>
        <p:spPr>
          <a:xfrm>
            <a:off x="8366760" y="3017520"/>
            <a:ext cx="3154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güç: dosya + git + hook + agent.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548640" y="3886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358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İyi yaptıkları: mekanik işi hızlı bitirir · geniş kod tabanını tarar · çok dosyalı düşünür · açıklar · tutarlı hız.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48640" y="4572000"/>
            <a:ext cx="1106424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4572000"/>
            <a:ext cx="11064240" cy="64008"/>
          </a:xfrm>
          <a:prstGeom prst="roundRect">
            <a:avLst>
              <a:gd name="adj" fmla="val 42857"/>
            </a:avLst>
          </a:prstGeom>
          <a:solidFill>
            <a:srgbClr val="F4A259"/>
          </a:solidFill>
          <a:ln w="12700">
            <a:solidFill>
              <a:srgbClr val="F4A259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822960" y="45720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— kutudan çıktığı HAM haliyle ciddi handikapları var.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-2743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4A1F2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 Claude'un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handikapları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9C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ama disiplinsiz.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640080" y="1554480"/>
          <a:ext cx="3657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274320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%100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640080" y="3474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C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 kaybı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4754880" y="1828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8B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BÜYÜK ZAAF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754880" y="2286000"/>
            <a:ext cx="66751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yeni oturumda </a:t>
            </a:r>
            <a:pPr indent="0" marL="0">
              <a:buNone/>
            </a:pPr>
            <a:r>
              <a:rPr lang="en-US" sz="17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hafıza kaybı</a:t>
            </a:r>
            <a:pPr indent="0" marL="0">
              <a:buNone/>
            </a:pPr>
            <a:r>
              <a:rPr lang="en-US" sz="1700" dirty="0">
                <a:solidFill>
                  <a:srgbClr val="DF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Claude dünü, kararları, talimatları hatırlamaz — her sabah hafızası silinmiş bir stajyer.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754880" y="42062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tekrar anlatım · tutarsızlık · 'bir gün unutursun → bug'.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2 ·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Altı handikap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6" name="Image 0" descr="D:\Dev\claude-context-template\docs\sunum\_icons\alert-triang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984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Hafızasızlık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oturum sıfırdan. Dünü hatırlamaz.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3400" y="178308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1" name="Image 1" descr="D:\Dev\claude-context-template\docs\sunum\_icons\alert-triang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983480" y="1984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Tutarsızlık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7200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işi her sefer farklı yapar.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38160" y="178308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16" name="Image 2" descr="D:\Dev\claude-context-template\docs\sunum\_icons\alert-triang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0116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9842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Disiplinsizlik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66760" y="25146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Commit/test/plan'ı uygulamaz.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48640" y="388620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1" name="Image 3" descr="D:\Dev\claude-context-template\docs\sunum\_icons\alert-triang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1148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8872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Domain körlüğü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77240" y="46177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Senin işini bilmez; uydurabilir.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343400" y="388620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26" name="Image 4" descr="D:\Dev\claude-context-template\docs\sunum\_icons\alert-triang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411480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98348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Riskli işlem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72000" y="46177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Dosya siler, sır sızdırır.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38160" y="3886200"/>
            <a:ext cx="3566160" cy="18288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38160" y="3886200"/>
            <a:ext cx="73152" cy="1828800"/>
          </a:xfrm>
          <a:prstGeom prst="round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1" name="Image 5" descr="D:\Dev\claude-context-template\docs\sunum\_icons\alert-triangl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411480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40873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Sahte 'bitti'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66760" y="461772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Çalıştırmadan 'tamam' der.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-2743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123F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7FE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ÇÖZÜM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Bizim katman: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süper güçler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914400" y="42976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FE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model + .claude/ kalıcı yapısı = her zaafa cevap.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MIMARI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Beş bileşenli yapı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9875520" cy="713232"/>
          </a:xfrm>
          <a:prstGeom prst="roundRect">
            <a:avLst>
              <a:gd name="adj" fmla="val 11538"/>
            </a:avLst>
          </a:prstGeom>
          <a:solidFill>
            <a:srgbClr val="2BB673"/>
          </a:solidFill>
          <a:ln/>
          <a:effectLst>
            <a:outerShdw sx="100000" sy="100000" kx="0" ky="0" algn="bl" rotWithShape="0" blurRad="101600" dist="38100" dir="5400000">
              <a:srgbClr val="06283D">
                <a:alpha val="22000"/>
              </a:srgbClr>
            </a:outerShdw>
          </a:effectLst>
        </p:spPr>
      </p:sp>
      <p:pic>
        <p:nvPicPr>
          <p:cNvPr id="5" name="Image 0" descr="D:\Dev\claude-context-template\docs\sunum\_icons\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02082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828800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Hafıza katmanı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931920" y="1828800"/>
            <a:ext cx="6309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CLAUDE.md + rules + journal + TODO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49808" y="2670048"/>
            <a:ext cx="9674352" cy="713232"/>
          </a:xfrm>
          <a:prstGeom prst="roundRect">
            <a:avLst>
              <a:gd name="adj" fmla="val 11538"/>
            </a:avLst>
          </a:prstGeom>
          <a:solidFill>
            <a:srgbClr val="1C7293"/>
          </a:solidFill>
          <a:ln/>
          <a:effectLst>
            <a:outerShdw sx="100000" sy="100000" kx="0" ky="0" algn="bl" rotWithShape="0" blurRad="101600" dist="38100" dir="5400000">
              <a:srgbClr val="06283D">
                <a:alpha val="22000"/>
              </a:srgbClr>
            </a:outerShdw>
          </a:effectLst>
        </p:spPr>
      </p:sp>
      <p:pic>
        <p:nvPicPr>
          <p:cNvPr id="9" name="Image 1" descr="D:\Dev\claude-context-template\docs\sunum\_icons\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86207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81328" y="2670048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Hook'lar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4133088" y="2670048"/>
            <a:ext cx="610819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olay tetikli — unutsa bile mekanik çalışır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50976" y="3511296"/>
            <a:ext cx="9473184" cy="713232"/>
          </a:xfrm>
          <a:prstGeom prst="roundRect">
            <a:avLst>
              <a:gd name="adj" fmla="val 11538"/>
            </a:avLst>
          </a:prstGeom>
          <a:solidFill>
            <a:srgbClr val="7D4CE0"/>
          </a:solidFill>
          <a:ln/>
          <a:effectLst>
            <a:outerShdw sx="100000" sy="100000" kx="0" ky="0" algn="bl" rotWithShape="0" blurRad="101600" dist="38100" dir="5400000">
              <a:srgbClr val="06283D">
                <a:alpha val="22000"/>
              </a:srgbClr>
            </a:outerShdw>
          </a:effectLst>
        </p:spPr>
      </p:sp>
      <p:pic>
        <p:nvPicPr>
          <p:cNvPr id="13" name="Image 2" descr="D:\Dev\claude-context-template\docs\sunum\_icons\pack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3703320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682496" y="3511296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4334256" y="3511296"/>
            <a:ext cx="59070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adımlı iş reçeteleri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1152144" y="4352544"/>
            <a:ext cx="9272016" cy="713232"/>
          </a:xfrm>
          <a:prstGeom prst="roundRect">
            <a:avLst>
              <a:gd name="adj" fmla="val 11538"/>
            </a:avLst>
          </a:prstGeom>
          <a:solidFill>
            <a:srgbClr val="F4A259"/>
          </a:solidFill>
          <a:ln/>
          <a:effectLst>
            <a:outerShdw sx="100000" sy="100000" kx="0" ky="0" algn="bl" rotWithShape="0" blurRad="101600" dist="38100" dir="5400000">
              <a:srgbClr val="06283D">
                <a:alpha val="22000"/>
              </a:srgbClr>
            </a:outerShdw>
          </a:effectLst>
        </p:spPr>
      </p:sp>
      <p:pic>
        <p:nvPicPr>
          <p:cNvPr id="17" name="Image 3" descr="D:\Dev\claude-context-template\docs\sunum\_icons\bo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744" y="4544568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83664" y="4352544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Agent'lar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4535424" y="4352544"/>
            <a:ext cx="570585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izole uzmanlar + model katmanı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1353312" y="5193792"/>
            <a:ext cx="9070848" cy="713232"/>
          </a:xfrm>
          <a:prstGeom prst="roundRect">
            <a:avLst>
              <a:gd name="adj" fmla="val 11538"/>
            </a:avLst>
          </a:prstGeom>
          <a:solidFill>
            <a:srgbClr val="06283D"/>
          </a:solidFill>
          <a:ln/>
          <a:effectLst>
            <a:outerShdw sx="100000" sy="100000" kx="0" ky="0" algn="bl" rotWithShape="0" blurRad="101600" dist="38100" dir="5400000">
              <a:srgbClr val="06283D">
                <a:alpha val="22000"/>
              </a:srgbClr>
            </a:outerShdw>
          </a:effectLst>
        </p:spPr>
      </p:sp>
      <p:pic>
        <p:nvPicPr>
          <p:cNvPr id="21" name="Image 4" descr="D:\Dev\claude-context-template\docs\sunum\_icons\scroll-tex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1912" y="5385816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084832" y="5193792"/>
            <a:ext cx="2743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Kurallar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4736592" y="5193792"/>
            <a:ext cx="550468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evrensel kalıcı davranış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3 · NASIL ÇALIŞIR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Hafıza dışsallaştırılır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FDECEE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5" name="Image 0" descr="D:\Dev\claude-context-template\docs\sunum\_icons\br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202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oturum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008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boş başlar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931920" y="178308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4572000" y="178308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EEF5F9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1" descr="D:\Dev\claude-context-template\docs\sunum\_icons\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19202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7200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session-start hook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7200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git+TODO+journal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863840" y="1783080"/>
            <a:ext cx="6400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8503920" y="1783080"/>
            <a:ext cx="3291840" cy="1188720"/>
          </a:xfrm>
          <a:prstGeom prst="roundRect">
            <a:avLst>
              <a:gd name="adj" fmla="val 6923"/>
            </a:avLst>
          </a:prstGeom>
          <a:solidFill>
            <a:srgbClr val="E9F7EF"/>
          </a:solidFill>
          <a:ln w="12700">
            <a:solidFill>
              <a:srgbClr val="2BB673"/>
            </a:solidFill>
            <a:prstDash val="solid"/>
          </a:ln>
        </p:spPr>
      </p:sp>
      <p:pic>
        <p:nvPicPr>
          <p:cNvPr id="15" name="Image 2" descr="D:\Dev\claude-context-template\docs\sunum\_icons\circle-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19202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503920" y="24231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bağlam yüklü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503920" y="272491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'nerede kaldık'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548640" y="33832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358444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D:\Dev\claude-context-template\docs\sunum\_icons\term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397" y="3697605"/>
            <a:ext cx="276606" cy="27660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1732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session-start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77240" y="4160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Açılışta otomatik durum özeti.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4343400" y="33832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572000" y="3584448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5" name="Image 4" descr="D:\Dev\claude-context-template\docs\sunum\_icons\shield-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5157" y="3697605"/>
            <a:ext cx="276606" cy="27660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21208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4572000" y="4160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Şifre/riskli desen → bloklar.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8138160" y="3383280"/>
            <a:ext cx="356616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8366760" y="3584448"/>
            <a:ext cx="502920" cy="502920"/>
          </a:xfrm>
          <a:prstGeom prst="ellipse">
            <a:avLst/>
          </a:prstGeom>
          <a:solidFill>
            <a:srgbClr val="2BB673"/>
          </a:solidFill>
          <a:ln/>
        </p:spPr>
      </p:sp>
      <p:pic>
        <p:nvPicPr>
          <p:cNvPr id="30" name="Image 5" descr="D:\Dev\claude-context-template\docs\sunum\_icons\book-open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9917" y="3697605"/>
            <a:ext cx="276606" cy="27660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006840" y="363931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post-commit</a:t>
            </a:r>
            <a:endParaRPr lang="en-US" sz="1250" dirty="0"/>
          </a:p>
        </p:txBody>
      </p:sp>
      <p:sp>
        <p:nvSpPr>
          <p:cNvPr id="32" name="Text 24"/>
          <p:cNvSpPr/>
          <p:nvPr/>
        </p:nvSpPr>
        <p:spPr>
          <a:xfrm>
            <a:off x="8366760" y="416052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8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commit → günlüğe kayıt.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0" y="-27432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4A341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D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HARİTA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2651760"/>
            <a:ext cx="8686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Handikap →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nasıl güçlendirdik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4 · EŞLEME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zaaf bir yapı ile kapandı</a:t>
            </a:r>
            <a:endParaRPr lang="en-US" sz="30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 zaaf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Çözüm (yapı)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Hafızasızlık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katman hafıza + session-start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oturum dünü hatırlar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Tutarsızlık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Kurallar + Skills (reçete)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sefer aynı doğru sonuç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Disiplinsizlik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commit/plan/test kuralları + hook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Disiplin mekanik, atlanamaz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Domain körlüğü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Proje-özel skill + kural + ADR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Senin işini bilir, uydurmaz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Riskli işlem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+ before-major-change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 sızmaz, riskli işlem onaylı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Sahte 'bitti'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+ test-discipline + denetçi agent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Çalıştırmadan 'tamam' yok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SOMUT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Tek kelime: günaydın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5394960" cy="64008"/>
          </a:xfrm>
          <a:prstGeom prst="roundRect">
            <a:avLst>
              <a:gd name="adj" fmla="val 42857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 · HAM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'Merhaba! Nasıl yardımcı olabilirim?'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Dünü bilmez. Baştan anlatırsın.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1737360"/>
          </a:xfrm>
          <a:prstGeom prst="roundRect">
            <a:avLst>
              <a:gd name="adj" fmla="val 4737"/>
            </a:avLst>
          </a:prstGeom>
          <a:solidFill>
            <a:srgbClr val="FFFFFF"/>
          </a:solidFill>
          <a:ln w="12700">
            <a:solidFill>
              <a:srgbClr val="E7EEF4"/>
            </a:solidFill>
            <a:prstDash val="solid"/>
          </a:ln>
          <a:effectLst>
            <a:outerShdw sx="100000" sy="100000" kx="0" ky="0" algn="bl" rotWithShape="0" blurRad="114300" dist="38100" dir="5400000">
              <a:srgbClr val="06283D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783080"/>
            <a:ext cx="5394960" cy="64008"/>
          </a:xfrm>
          <a:prstGeom prst="roundRect">
            <a:avLst>
              <a:gd name="adj" fmla="val 42857"/>
            </a:avLst>
          </a:prstGeom>
          <a:solidFill>
            <a:srgbClr val="2BB673"/>
          </a:solidFill>
          <a:ln w="12700">
            <a:solidFill>
              <a:srgbClr val="2BB67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920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 · YAPI KURULU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46520" y="2286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Claude: 'Dün giriş bitti. Bugün şifre sıfırlama (Faz 0). 3 uncommitted. Başlayalım mı?'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session-start + handoff okudu.</a:t>
            </a:r>
            <a:endParaRPr lang="en-US" sz="12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48640" y="3749040"/>
          <a:ext cx="502920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5943600" y="4114800"/>
            <a:ext cx="5669280" cy="1463040"/>
          </a:xfrm>
          <a:prstGeom prst="roundRect">
            <a:avLst>
              <a:gd name="adj" fmla="val 5625"/>
            </a:avLst>
          </a:prstGeom>
          <a:solidFill>
            <a:srgbClr val="06283D"/>
          </a:solidFill>
          <a:ln/>
        </p:spPr>
      </p:sp>
      <p:sp>
        <p:nvSpPr>
          <p:cNvPr id="14" name="Text 11"/>
          <p:cNvSpPr/>
          <p:nvPr/>
        </p:nvSpPr>
        <p:spPr>
          <a:xfrm>
            <a:off x="6217920" y="411480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"günaydın" sihirli değil. </a:t>
            </a:r>
            <a:pPr indent="0" marL="0">
              <a:buNone/>
            </a:pPr>
            <a:r>
              <a:rPr lang="en-US" sz="13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Arkada git + TODO + günlük + özet — hepsi senin kurduğun yapı sayesinde.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5 · SOMUT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Söz → yapı → eylem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3688080"/>
                <a:gridCol w="3688080"/>
                <a:gridCol w="36880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 dersin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yapı sayesinde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 yapar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283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günaydın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session-start hook + handoff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git/TODO/journal okur, özetler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iyi geceler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session-handoff 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günlüğe yazar, TODO işaretler, commit'ler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dosyaları böl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commit-splitter agent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 dosyayı bucket'lara ayırır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hangi seçenek?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llm-council skill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danışman + sentez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(commit'te şifre)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pre-commit hook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B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sızıntıyı yakalar, bloklar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A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0000"/>
            </a:avLst>
          </a:prstGeom>
          <a:solidFill>
            <a:srgbClr val="EAF7F5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628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Her kolaylık = bir tetik söz + senin kurduğun bir yapı. Yapıyı sil → kolaylık kaybolur.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789920" y="64739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C8B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D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6 · SONUÇ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Akıl Claude'da değil —
</a:t>
            </a:r>
            <a:pPr indent="0" marL="0">
              <a:buNone/>
            </a:pPr>
            <a:r>
              <a:rPr lang="en-US" sz="4400" b="1" dirty="0">
                <a:solidFill>
                  <a:srgbClr val="2EC4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kurduğun yapıda.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914400" y="374904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model güçlü ama disiplinsiz. Hafıza + hook + skill + agent + kural katmanı her handikabı süper güce çevirdi. Daha fazla kolaylık istersen: daha fazla yapı yaz.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E9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Kullan → Üret → Standartlaştır → Otomatikleştir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630936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FB8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Fikri Eren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2026-06-03T21:08:04Z</dcterms:created>
  <dcterms:modified xsi:type="dcterms:W3CDTF">2026-06-03T21:08:04Z</dcterms:modified>
</cp:coreProperties>
</file>